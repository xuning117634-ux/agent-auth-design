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e059164424696" /><Relationship Type="http://schemas.openxmlformats.org/officeDocument/2006/relationships/extended-properties" Target="/docProps/app.xml" Id="R6d8af466cdcf430d" /><Relationship Type="http://schemas.openxmlformats.org/officeDocument/2006/relationships/officeDocument" Target="/ppt/presentation.xml" Id="R20e365cc2c8f41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2c74d13224c38"/>
  </p:sldMasterIdLst>
  <p:notesMasterIdLst>
    <p:notesMasterId xmlns:r="http://schemas.openxmlformats.org/officeDocument/2006/relationships" r:id="R22d9ec812bb04693"/>
  </p:notesMasterIdLst>
  <p:sldIdLst>
    <p:sldId xmlns:r="http://schemas.openxmlformats.org/officeDocument/2006/relationships" id="256" r:id="R458186628f4245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f149eb0794805" /><Relationship Type="http://schemas.openxmlformats.org/officeDocument/2006/relationships/slideMaster" Target="/ppt/slideMasters/slideMaster1.xml" Id="Rd1f2c74d13224c38" /><Relationship Type="http://schemas.openxmlformats.org/officeDocument/2006/relationships/notesMaster" Target="/ppt/notesMasters/notesMaster1.xml" Id="R22d9ec812bb04693" /><Relationship Type="http://schemas.openxmlformats.org/officeDocument/2006/relationships/presProps" Target="/ppt/presProps.xml" Id="R031b7442d1c44ea0" /><Relationship Type="http://schemas.openxmlformats.org/officeDocument/2006/relationships/tableStyles" Target="/ppt/tableStyles.xml" Id="R106bff32787a4dda" /><Relationship Type="http://schemas.openxmlformats.org/officeDocument/2006/relationships/slide" Target="/ppt/slides/slide1.xml" Id="R458186628f4245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680ba9480e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6d985580b44193" /><Relationship Type="http://schemas.openxmlformats.org/officeDocument/2006/relationships/notesMaster" Target="/ppt/notesMasters/notesMaster1.xml" Id="R47db643eabdf4b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1e57b7b3e42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134a7b27a4040" /><Relationship Type="http://schemas.openxmlformats.org/officeDocument/2006/relationships/slideLayout" Target="/ppt/slideLayouts/slideLayout1.xml" Id="R943be726a1c444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be726a1c444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93c6382ea40ab" /><Relationship Type="http://schemas.openxmlformats.org/officeDocument/2006/relationships/notesSlide" Target="/ppt/notesSlides/notesSlide1.xml" Id="Rb677dc52c7074a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-line">
            <a:extLst xmlns:a="http://schemas.openxmlformats.org/drawingml/2006/main">
              <a:ext uri="{FF2B5EF4-FFF2-40B4-BE49-F238E27FC236}">
                <a16:creationId xmlns:a16="http://schemas.microsoft.com/office/drawing/2014/main" id="{8DCA49C6-2D09-4B47-9344-8AAEE5C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24E634A-498F-4C00-BF7E-2A61DB08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云侧 Agent 安全 · 背景与趋势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5FB878E3-2650-4355-B9F2-5EB162D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大模型的“概率性” × 业务的“100% 确定性”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9193CF3-01D3-4BC2-A93D-C81E61E7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Agent 进入业务执行链路后，安全治理的核心是：让智能可用、可控、可审计。</a:t>
            </a:r>
          </a:p>
        </p:txBody>
      </p:sp>
      <p:sp>
        <p:nvSpPr>
          <p:cNvPr id="5" name="left-panel">
            <a:extLst xmlns:a="http://schemas.openxmlformats.org/drawingml/2006/main">
              <a:ext uri="{FF2B5EF4-FFF2-40B4-BE49-F238E27FC236}">
                <a16:creationId xmlns:a16="http://schemas.microsoft.com/office/drawing/2014/main" id="{FB729F66-A881-4B82-ABCA-B70DCB5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ight-panel">
            <a:extLst xmlns:a="http://schemas.openxmlformats.org/drawingml/2006/main">
              <a:ext uri="{FF2B5EF4-FFF2-40B4-BE49-F238E27FC236}">
                <a16:creationId xmlns:a16="http://schemas.microsoft.com/office/drawing/2014/main" id="{149488B8-BE05-4655-9B53-8E473CA8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51435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left-title">
            <a:extLst xmlns:a="http://schemas.openxmlformats.org/drawingml/2006/main">
              <a:ext uri="{FF2B5EF4-FFF2-40B4-BE49-F238E27FC236}">
                <a16:creationId xmlns:a16="http://schemas.microsoft.com/office/drawing/2014/main" id="{CA7B2EFA-BA32-44C0-95B5-B48747C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C1D95"/>
                </a:solidFill>
              </a:defRPr>
            </a:pPr>
            <a:r>
              <a:rPr sz="1950" b="1">
                <a:solidFill>
                  <a:srgbClr val="4C1D95"/>
                </a:solidFill>
              </a:rPr>
              <a:t>AI 的不确定性</a:t>
            </a:r>
          </a:p>
        </p:txBody>
      </p:sp>
      <p:sp>
        <p:nvSpPr>
          <p:cNvPr id="8" name="left-caption">
            <a:extLst xmlns:a="http://schemas.openxmlformats.org/drawingml/2006/main">
              <a:ext uri="{FF2B5EF4-FFF2-40B4-BE49-F238E27FC236}">
                <a16:creationId xmlns:a16="http://schemas.microsoft.com/office/drawing/2014/main" id="{471673D2-4997-45CB-9C2D-473EFC58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28D9"/>
                </a:solidFill>
              </a:defRPr>
            </a:pPr>
            <a:r>
              <a:rPr sz="1275" b="0">
                <a:solidFill>
                  <a:srgbClr val="6D28D9"/>
                </a:solidFill>
              </a:rPr>
              <a:t>大模型天然存在概率性输出</a:t>
            </a:r>
          </a:p>
        </p:txBody>
      </p:sp>
      <p:sp>
        <p:nvSpPr>
          <p:cNvPr id="9" name="right-title">
            <a:extLst xmlns:a="http://schemas.openxmlformats.org/drawingml/2006/main">
              <a:ext uri="{FF2B5EF4-FFF2-40B4-BE49-F238E27FC236}">
                <a16:creationId xmlns:a16="http://schemas.microsoft.com/office/drawing/2014/main" id="{C2BCCBD9-0A4F-4DF2-90FC-7A2E6249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38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业务的确定性</a:t>
            </a:r>
          </a:p>
        </p:txBody>
      </p:sp>
      <p:sp>
        <p:nvSpPr>
          <p:cNvPr id="10" name="right-caption">
            <a:extLst xmlns:a="http://schemas.openxmlformats.org/drawingml/2006/main">
              <a:ext uri="{FF2B5EF4-FFF2-40B4-BE49-F238E27FC236}">
                <a16:creationId xmlns:a16="http://schemas.microsoft.com/office/drawing/2014/main" id="{FD7BD99B-1BF2-4480-85CF-19D7F345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369A1"/>
                </a:solidFill>
              </a:defRPr>
            </a:pPr>
            <a:r>
              <a:rPr sz="1275" b="0">
                <a:solidFill>
                  <a:srgbClr val="0369A1"/>
                </a:solidFill>
              </a:rPr>
              <a:t>关键业务必须满足安全与合规要求</a:t>
            </a:r>
          </a:p>
        </p:txBody>
      </p:sp>
      <p:sp>
        <p:nvSpPr>
          <p:cNvPr id="11" name="left-item-1-bg">
            <a:extLst xmlns:a="http://schemas.openxmlformats.org/drawingml/2006/main">
              <a:ext uri="{FF2B5EF4-FFF2-40B4-BE49-F238E27FC236}">
                <a16:creationId xmlns:a16="http://schemas.microsoft.com/office/drawing/2014/main" id="{0F626164-2043-4329-9961-E1AEB53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F7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2" name="left-item-1-dot">
            <a:extLst xmlns:a="http://schemas.openxmlformats.org/drawingml/2006/main">
              <a:ext uri="{FF2B5EF4-FFF2-40B4-BE49-F238E27FC236}">
                <a16:creationId xmlns:a16="http://schemas.microsoft.com/office/drawing/2014/main" id="{389F7BCE-61A4-4F85-BE42-7636CCE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3" name="left-item-1-text">
            <a:extLst xmlns:a="http://schemas.openxmlformats.org/drawingml/2006/main">
              <a:ext uri="{FF2B5EF4-FFF2-40B4-BE49-F238E27FC236}">
                <a16:creationId xmlns:a16="http://schemas.microsoft.com/office/drawing/2014/main" id="{A571E63D-0361-467B-990C-0B1C7420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2E81"/>
                </a:solidFill>
              </a:defRPr>
            </a:pPr>
            <a:r>
              <a:rPr sz="1500" b="0">
                <a:solidFill>
                  <a:srgbClr val="312E81"/>
                </a:solidFill>
              </a:rPr>
              <a:t>幻觉：可能生成错误或虚构信息</a:t>
            </a:r>
          </a:p>
        </p:txBody>
      </p:sp>
      <p:sp>
        <p:nvSpPr>
          <p:cNvPr id="14" name="left-item-2-bg">
            <a:extLst xmlns:a="http://schemas.openxmlformats.org/drawingml/2006/main">
              <a:ext uri="{FF2B5EF4-FFF2-40B4-BE49-F238E27FC236}">
                <a16:creationId xmlns:a16="http://schemas.microsoft.com/office/drawing/2014/main" id="{9CB4DBFC-C9BE-4DB2-9FD7-F3F9E3B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29025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F7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5" name="left-item-2-dot">
            <a:extLst xmlns:a="http://schemas.openxmlformats.org/drawingml/2006/main">
              <a:ext uri="{FF2B5EF4-FFF2-40B4-BE49-F238E27FC236}">
                <a16:creationId xmlns:a16="http://schemas.microsoft.com/office/drawing/2014/main" id="{ECB3F468-66B9-4A97-BAB9-D40949EE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6" name="left-item-2-text">
            <a:extLst xmlns:a="http://schemas.openxmlformats.org/drawingml/2006/main">
              <a:ext uri="{FF2B5EF4-FFF2-40B4-BE49-F238E27FC236}">
                <a16:creationId xmlns:a16="http://schemas.microsoft.com/office/drawing/2014/main" id="{6AA45992-C554-42AA-811D-71B35C4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2E81"/>
                </a:solidFill>
              </a:defRPr>
            </a:pPr>
            <a:r>
              <a:rPr sz="1500" b="0">
                <a:solidFill>
                  <a:srgbClr val="312E81"/>
                </a:solidFill>
              </a:rPr>
              <a:t>越权：访问未授权资源</a:t>
            </a:r>
          </a:p>
        </p:txBody>
      </p:sp>
      <p:sp>
        <p:nvSpPr>
          <p:cNvPr id="17" name="left-item-3-bg">
            <a:extLst xmlns:a="http://schemas.openxmlformats.org/drawingml/2006/main">
              <a:ext uri="{FF2B5EF4-FFF2-40B4-BE49-F238E27FC236}">
                <a16:creationId xmlns:a16="http://schemas.microsoft.com/office/drawing/2014/main" id="{229F24F6-F1B0-415C-84BA-E1D80E8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F7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8" name="left-item-3-dot">
            <a:extLst xmlns:a="http://schemas.openxmlformats.org/drawingml/2006/main">
              <a:ext uri="{FF2B5EF4-FFF2-40B4-BE49-F238E27FC236}">
                <a16:creationId xmlns:a16="http://schemas.microsoft.com/office/drawing/2014/main" id="{70B1B214-4287-4D04-B6A6-8B4207C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9" name="left-item-3-text">
            <a:extLst xmlns:a="http://schemas.openxmlformats.org/drawingml/2006/main">
              <a:ext uri="{FF2B5EF4-FFF2-40B4-BE49-F238E27FC236}">
                <a16:creationId xmlns:a16="http://schemas.microsoft.com/office/drawing/2014/main" id="{BE9A025A-4435-4DF7-BE8C-79954E71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2E81"/>
                </a:solidFill>
              </a:defRPr>
            </a:pPr>
            <a:r>
              <a:rPr sz="1500" b="0">
                <a:solidFill>
                  <a:srgbClr val="312E81"/>
                </a:solidFill>
              </a:rPr>
              <a:t>跨域调用：调出权限范围</a:t>
            </a:r>
          </a:p>
        </p:txBody>
      </p:sp>
      <p:sp>
        <p:nvSpPr>
          <p:cNvPr id="20" name="left-item-4-bg">
            <a:extLst xmlns:a="http://schemas.openxmlformats.org/drawingml/2006/main">
              <a:ext uri="{FF2B5EF4-FFF2-40B4-BE49-F238E27FC236}">
                <a16:creationId xmlns:a16="http://schemas.microsoft.com/office/drawing/2014/main" id="{C85F5C11-41E2-4067-8ECA-9CF2C3D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F7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1" name="left-item-4-dot">
            <a:extLst xmlns:a="http://schemas.openxmlformats.org/drawingml/2006/main">
              <a:ext uri="{FF2B5EF4-FFF2-40B4-BE49-F238E27FC236}">
                <a16:creationId xmlns:a16="http://schemas.microsoft.com/office/drawing/2014/main" id="{7B9275F6-FDA0-4838-9953-94F11184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2" name="left-item-4-text">
            <a:extLst xmlns:a="http://schemas.openxmlformats.org/drawingml/2006/main">
              <a:ext uri="{FF2B5EF4-FFF2-40B4-BE49-F238E27FC236}">
                <a16:creationId xmlns:a16="http://schemas.microsoft.com/office/drawing/2014/main" id="{4CF5CEFE-F7DD-4ACF-BC15-DF60A5F2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2E81"/>
                </a:solidFill>
              </a:defRPr>
            </a:pPr>
            <a:r>
              <a:rPr sz="1500" b="0">
                <a:solidFill>
                  <a:srgbClr val="312E81"/>
                </a:solidFill>
              </a:rPr>
              <a:t>Shadow Agent：未授权 Agent</a:t>
            </a:r>
          </a:p>
        </p:txBody>
      </p:sp>
      <p:sp>
        <p:nvSpPr>
          <p:cNvPr id="23" name="left-item-5-bg">
            <a:extLst xmlns:a="http://schemas.openxmlformats.org/drawingml/2006/main">
              <a:ext uri="{FF2B5EF4-FFF2-40B4-BE49-F238E27FC236}">
                <a16:creationId xmlns:a16="http://schemas.microsoft.com/office/drawing/2014/main" id="{53B7AF7D-DD2C-43B0-9CE2-E582E451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F7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4" name="left-item-5-dot">
            <a:extLst xmlns:a="http://schemas.openxmlformats.org/drawingml/2006/main">
              <a:ext uri="{FF2B5EF4-FFF2-40B4-BE49-F238E27FC236}">
                <a16:creationId xmlns:a16="http://schemas.microsoft.com/office/drawing/2014/main" id="{678AB14E-E240-402D-A941-89A78CFC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5" name="left-item-5-text">
            <a:extLst xmlns:a="http://schemas.openxmlformats.org/drawingml/2006/main">
              <a:ext uri="{FF2B5EF4-FFF2-40B4-BE49-F238E27FC236}">
                <a16:creationId xmlns:a16="http://schemas.microsoft.com/office/drawing/2014/main" id="{F050C096-95A4-494C-AEA4-CCBF0B4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625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2E81"/>
                </a:solidFill>
              </a:defRPr>
            </a:pPr>
            <a:r>
              <a:rPr sz="1500" b="0">
                <a:solidFill>
                  <a:srgbClr val="312E81"/>
                </a:solidFill>
              </a:rPr>
              <a:t>Prompt 注入：恶意指令</a:t>
            </a:r>
          </a:p>
        </p:txBody>
      </p:sp>
      <p:sp>
        <p:nvSpPr>
          <p:cNvPr id="26" name="right-item-1-bg">
            <a:extLst xmlns:a="http://schemas.openxmlformats.org/drawingml/2006/main">
              <a:ext uri="{FF2B5EF4-FFF2-40B4-BE49-F238E27FC236}">
                <a16:creationId xmlns:a16="http://schemas.microsoft.com/office/drawing/2014/main" id="{BC3E2EF1-0713-4A17-9AC8-128A4F6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27" name="right-item-1-dot">
            <a:extLst xmlns:a="http://schemas.openxmlformats.org/drawingml/2006/main">
              <a:ext uri="{FF2B5EF4-FFF2-40B4-BE49-F238E27FC236}">
                <a16:creationId xmlns:a16="http://schemas.microsoft.com/office/drawing/2014/main" id="{F79A5685-5E3D-4025-9F38-E0D31A44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28" name="right-item-1-text">
            <a:extLst xmlns:a="http://schemas.openxmlformats.org/drawingml/2006/main">
              <a:ext uri="{FF2B5EF4-FFF2-40B4-BE49-F238E27FC236}">
                <a16:creationId xmlns:a16="http://schemas.microsoft.com/office/drawing/2014/main" id="{905E2F4D-F3D7-47CD-8547-51B038AE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242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4A6E"/>
                </a:solidFill>
              </a:defRPr>
            </a:pPr>
            <a:r>
              <a:rPr sz="1500" b="0">
                <a:solidFill>
                  <a:srgbClr val="0C4A6E"/>
                </a:solidFill>
              </a:rPr>
              <a:t>可审计：完整操作日志</a:t>
            </a:r>
          </a:p>
        </p:txBody>
      </p:sp>
      <p:sp>
        <p:nvSpPr>
          <p:cNvPr id="29" name="right-item-2-bg">
            <a:extLst xmlns:a="http://schemas.openxmlformats.org/drawingml/2006/main">
              <a:ext uri="{FF2B5EF4-FFF2-40B4-BE49-F238E27FC236}">
                <a16:creationId xmlns:a16="http://schemas.microsoft.com/office/drawing/2014/main" id="{3A003643-F118-4655-9436-C89A7B58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29025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30" name="right-item-2-dot">
            <a:extLst xmlns:a="http://schemas.openxmlformats.org/drawingml/2006/main">
              <a:ext uri="{FF2B5EF4-FFF2-40B4-BE49-F238E27FC236}">
                <a16:creationId xmlns:a16="http://schemas.microsoft.com/office/drawing/2014/main" id="{65E844F3-BE3A-4A45-B390-BEA2BF5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1" name="right-item-2-text">
            <a:extLst xmlns:a="http://schemas.openxmlformats.org/drawingml/2006/main">
              <a:ext uri="{FF2B5EF4-FFF2-40B4-BE49-F238E27FC236}">
                <a16:creationId xmlns:a16="http://schemas.microsoft.com/office/drawing/2014/main" id="{9F30C223-EDBE-489D-A3DE-F143512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3380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4A6E"/>
                </a:solidFill>
              </a:defRPr>
            </a:pPr>
            <a:r>
              <a:rPr sz="1500" b="0">
                <a:solidFill>
                  <a:srgbClr val="0C4A6E"/>
                </a:solidFill>
              </a:rPr>
              <a:t>权责清晰：责任主体明确</a:t>
            </a:r>
          </a:p>
        </p:txBody>
      </p:sp>
      <p:sp>
        <p:nvSpPr>
          <p:cNvPr id="32" name="right-item-3-bg">
            <a:extLst xmlns:a="http://schemas.openxmlformats.org/drawingml/2006/main">
              <a:ext uri="{FF2B5EF4-FFF2-40B4-BE49-F238E27FC236}">
                <a16:creationId xmlns:a16="http://schemas.microsoft.com/office/drawing/2014/main" id="{997EB422-58D5-4111-8B26-C14F1046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33" name="right-item-3-dot">
            <a:extLst xmlns:a="http://schemas.openxmlformats.org/drawingml/2006/main">
              <a:ext uri="{FF2B5EF4-FFF2-40B4-BE49-F238E27FC236}">
                <a16:creationId xmlns:a16="http://schemas.microsoft.com/office/drawing/2014/main" id="{2C9F7FCB-9400-4F21-BDD9-E4082CB8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4" name="right-item-3-text">
            <a:extLst xmlns:a="http://schemas.openxmlformats.org/drawingml/2006/main">
              <a:ext uri="{FF2B5EF4-FFF2-40B4-BE49-F238E27FC236}">
                <a16:creationId xmlns:a16="http://schemas.microsoft.com/office/drawing/2014/main" id="{D0EB18AC-1236-459A-9ED9-E09F8BA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4337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4A6E"/>
                </a:solidFill>
              </a:defRPr>
            </a:pPr>
            <a:r>
              <a:rPr sz="1500" b="0">
                <a:solidFill>
                  <a:srgbClr val="0C4A6E"/>
                </a:solidFill>
              </a:rPr>
              <a:t>0 数据外泄：数据安全</a:t>
            </a:r>
          </a:p>
        </p:txBody>
      </p:sp>
      <p:sp>
        <p:nvSpPr>
          <p:cNvPr id="35" name="right-item-4-bg">
            <a:extLst xmlns:a="http://schemas.openxmlformats.org/drawingml/2006/main">
              <a:ext uri="{FF2B5EF4-FFF2-40B4-BE49-F238E27FC236}">
                <a16:creationId xmlns:a16="http://schemas.microsoft.com/office/drawing/2014/main" id="{30CA37D7-D992-4A1B-AC71-8B71104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48175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36" name="right-item-4-dot">
            <a:extLst xmlns:a="http://schemas.openxmlformats.org/drawingml/2006/main">
              <a:ext uri="{FF2B5EF4-FFF2-40B4-BE49-F238E27FC236}">
                <a16:creationId xmlns:a16="http://schemas.microsoft.com/office/drawing/2014/main" id="{F0F6398E-BCF8-4D05-AC01-99FB496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7" name="right-item-4-text">
            <a:extLst xmlns:a="http://schemas.openxmlformats.org/drawingml/2006/main">
              <a:ext uri="{FF2B5EF4-FFF2-40B4-BE49-F238E27FC236}">
                <a16:creationId xmlns:a16="http://schemas.microsoft.com/office/drawing/2014/main" id="{84A175D0-F804-4B6E-8FB6-F9E3F1E5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4A6E"/>
                </a:solidFill>
              </a:defRPr>
            </a:pPr>
            <a:r>
              <a:rPr sz="1500" b="0">
                <a:solidFill>
                  <a:srgbClr val="0C4A6E"/>
                </a:solidFill>
              </a:rPr>
              <a:t>合规可信：满足法规要求</a:t>
            </a:r>
          </a:p>
        </p:txBody>
      </p:sp>
      <p:sp>
        <p:nvSpPr>
          <p:cNvPr id="38" name="right-item-5-bg">
            <a:extLst xmlns:a="http://schemas.openxmlformats.org/drawingml/2006/main">
              <a:ext uri="{FF2B5EF4-FFF2-40B4-BE49-F238E27FC236}">
                <a16:creationId xmlns:a16="http://schemas.microsoft.com/office/drawing/2014/main" id="{9FC3EC03-C56B-4608-A64C-1196C47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57750"/>
            <a:ext cx="4495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39" name="right-item-5-dot">
            <a:extLst xmlns:a="http://schemas.openxmlformats.org/drawingml/2006/main">
              <a:ext uri="{FF2B5EF4-FFF2-40B4-BE49-F238E27FC236}">
                <a16:creationId xmlns:a16="http://schemas.microsoft.com/office/drawing/2014/main" id="{914589CD-5080-4C85-8EC7-B9ED786D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40" name="right-item-5-text">
            <a:extLst xmlns:a="http://schemas.openxmlformats.org/drawingml/2006/main">
              <a:ext uri="{FF2B5EF4-FFF2-40B4-BE49-F238E27FC236}">
                <a16:creationId xmlns:a16="http://schemas.microsoft.com/office/drawing/2014/main" id="{E3E84109-E1FD-4FBF-8946-4334626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625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4A6E"/>
                </a:solidFill>
              </a:defRPr>
            </a:pPr>
            <a:r>
              <a:rPr sz="1500" b="0">
                <a:solidFill>
                  <a:srgbClr val="0C4A6E"/>
                </a:solidFill>
              </a:rPr>
              <a:t>可控：风险可内控</a:t>
            </a:r>
          </a:p>
        </p:txBody>
      </p:sp>
      <p:sp>
        <p:nvSpPr>
          <p:cNvPr id="41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8FE218F6-AD0A-48DC-9128-9E22608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bottom-conclusion-text">
            <a:extLst xmlns:a="http://schemas.openxmlformats.org/drawingml/2006/main">
              <a:ext uri="{FF2B5EF4-FFF2-40B4-BE49-F238E27FC236}">
                <a16:creationId xmlns:a16="http://schemas.microsoft.com/office/drawing/2014/main" id="{F502ED32-9AE4-49B1-8014-C372B553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959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没有身份与授权保护的确定边界，AI 永远绕不开安全风险。</a:t>
            </a:r>
          </a:p>
        </p:txBody>
      </p:sp>
    </p:spTree>
    <p:extLst>
      <p:ext uri="{BB962C8B-B14F-4D97-AF65-F5344CB8AC3E}">
        <p14:creationId xmlns:p14="http://schemas.microsoft.com/office/powerpoint/2010/main" val="132055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2026-06-28T07:13:41.7540000Z</dcterms:created>
  <dcterms:modified xsi:type="dcterms:W3CDTF">2026-06-28T07:13:41.7540000Z</dcterms:modified>
</coreProperties>
</file>